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7CmdwWbrovACRCQHi7O+Udq+f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drive/folders/1BSQyfqlvsrkDiafD1ZZak5XmIJ7G4cP2?usp=sharing" TargetMode="External"/><Relationship Id="rId4" Type="http://schemas.openxmlformats.org/officeDocument/2006/relationships/hyperlink" Target="https://docs.google.com/document/d/1667RgDYpjkgAlOLefSVn_PUHQhjceNPoHdPOlIm2fL0/edit?usp=sharing" TargetMode="External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3246120" y="196596"/>
            <a:ext cx="55609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Student team weekly report (IT)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1243584"/>
            <a:ext cx="4160520" cy="67665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66928" y="1316736"/>
            <a:ext cx="39410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PROJECT / FEATURE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54021" y="1584025"/>
            <a:ext cx="37449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CampusOS (Smart Campus Management)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718304" y="1243584"/>
            <a:ext cx="3520440" cy="67665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28032" y="1316736"/>
            <a:ext cx="33009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TEAM &amp; 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169902" y="1593692"/>
            <a:ext cx="160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A6  •  Nishanthi Naidu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330184" y="1280160"/>
            <a:ext cx="3584448" cy="67665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439912" y="1316736"/>
            <a:ext cx="33649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WEEK /Team/LEADER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604504" y="1531861"/>
            <a:ext cx="336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06/08/26 • Gaurav Jadhav, Sarvesh Khaladkar, </a:t>
            </a:r>
            <a:endParaRPr b="0" i="0" sz="1100" u="none" cap="none" strike="noStrike">
              <a:solidFill>
                <a:srgbClr val="8C8C8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                 Tushar Deshpande</a:t>
            </a:r>
            <a:endParaRPr b="0" i="0" sz="1100" u="none" cap="none" strike="noStrike">
              <a:solidFill>
                <a:srgbClr val="8C8C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6928" y="2276856"/>
            <a:ext cx="3593592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66928" y="2020824"/>
            <a:ext cx="3593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 COMPLETED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76656" y="2404872"/>
            <a:ext cx="3383280" cy="1591056"/>
          </a:xfrm>
          <a:prstGeom prst="rect">
            <a:avLst/>
          </a:prstGeom>
          <a:solidFill>
            <a:srgbClr val="AEDBF2"/>
          </a:solidFill>
          <a:ln cap="flat" cmpd="sng" w="12700">
            <a:solidFill>
              <a:srgbClr val="5FA8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34267" y="2441901"/>
            <a:ext cx="33651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Finalized 5-role governance hierarchy (Principal/HOD, Dept Coordinator, Club Head, Club Member, Student) and two-track approval workflow.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 comprehensive SRS v1.0 Document aligned with IT Dept template, including Use Case Diagrams, System Architecture, and Database Schemas.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270248" y="2276856"/>
            <a:ext cx="3611880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270248" y="2020824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CHALLENGES / 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379976" y="2404872"/>
            <a:ext cx="3401568" cy="1591056"/>
          </a:xfrm>
          <a:prstGeom prst="rect">
            <a:avLst/>
          </a:prstGeom>
          <a:solidFill>
            <a:srgbClr val="9C1F8C"/>
          </a:solidFill>
          <a:ln cap="flat" cmpd="sng" w="12700">
            <a:solidFill>
              <a:srgbClr val="9C1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498848" y="2551176"/>
            <a:ext cx="31546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the core problem statement and scoping both Club-Level and College-Level event requirements.</a:t>
            </a:r>
            <a:endParaRPr sz="1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Finalizing the approval and booking workflow across all 5 user roles (Principal, HOD, Faculty Coordinators, Club Heads, Students).</a:t>
            </a:r>
            <a:endParaRPr sz="1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973568" y="2276856"/>
            <a:ext cx="3867912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973568" y="2020824"/>
            <a:ext cx="3867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HELP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083296" y="2404872"/>
            <a:ext cx="3657600" cy="1591056"/>
          </a:xfrm>
          <a:prstGeom prst="rect">
            <a:avLst/>
          </a:prstGeom>
          <a:solidFill>
            <a:srgbClr val="4CA82E"/>
          </a:solidFill>
          <a:ln cap="flat" cmpd="sng" w="12700">
            <a:solidFill>
              <a:srgbClr val="2E7D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202168" y="2551176"/>
            <a:ext cx="342900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review and baseline approval for the submitted SRS v1.0 Document. </a:t>
            </a:r>
            <a:endParaRPr i="0" sz="11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66928" y="4279392"/>
            <a:ext cx="5577840" cy="9052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76656" y="4370832"/>
            <a:ext cx="5358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INTEGRATION &amp; COLLABORATION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76650" y="4579976"/>
            <a:ext cx="5358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Cross-Team Alignment: Finalized module dependencies &amp; workflows.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Deliverables Drive: Contains Use Case, ER &amp; Workflow Diagrams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437376" y="4279392"/>
            <a:ext cx="5404104" cy="9052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47104" y="4370832"/>
            <a:ext cx="5184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COMMON KPI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547104" y="4626864"/>
            <a:ext cx="5184648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SRS Document Baseline: </a:t>
            </a: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CampusOS_SRS_v1.0_Document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66928" y="5458968"/>
            <a:ext cx="7269480" cy="10607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76656" y="5550408"/>
            <a:ext cx="7050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NEXT WEEK COMMITMENTS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76656" y="5806440"/>
            <a:ext cx="705002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Overall Project Development</a:t>
            </a:r>
            <a:endParaRPr sz="1100">
              <a:solidFill>
                <a:srgbClr val="8C8C8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initial Database Table and relationships.</a:t>
            </a:r>
            <a:endParaRPr sz="1100">
              <a:solidFill>
                <a:srgbClr val="8C8C8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7982712" y="5458968"/>
            <a:ext cx="3858768" cy="1060704"/>
          </a:xfrm>
          <a:prstGeom prst="rect">
            <a:avLst/>
          </a:prstGeom>
          <a:solidFill>
            <a:srgbClr val="D6EDF7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2440" y="5550408"/>
            <a:ext cx="3639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MENTOR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8092440" y="5806440"/>
            <a:ext cx="36393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i="0" lang="en-US" sz="1100" u="none" cap="none" strike="noStrike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/ guidance / owner / target date.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urriculum Structure and Syllabus Open Elective A.Y. 2026-27" id="46" name="Google Shape;4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368" y="102960"/>
            <a:ext cx="919484" cy="91948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/>
          <p:nvPr/>
        </p:nvSpPr>
        <p:spPr>
          <a:xfrm>
            <a:off x="9115124" y="196596"/>
            <a:ext cx="2964000" cy="4206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9247674" y="301875"/>
            <a:ext cx="14988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Date: 06/08/26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2026-07-30T03:42:01Z</dcterms:created>
  <dc:creator>PptxGenJS</dc:creator>
</cp:coreProperties>
</file>