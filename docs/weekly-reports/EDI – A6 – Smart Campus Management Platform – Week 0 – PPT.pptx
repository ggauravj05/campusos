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iH1OMjOz1jUahqk7ktPpdlRnd/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GgauravJ05/campusOS.git" TargetMode="External"/><Relationship Id="rId4" Type="http://schemas.openxmlformats.org/officeDocument/2006/relationships/hyperlink" Target="https://github.com/GgauravJ05/campusOS.git" TargetMode="External"/><Relationship Id="rId5" Type="http://schemas.openxmlformats.org/officeDocument/2006/relationships/hyperlink" Target="https://github.com/GgauravJ05/campusOS.git" TargetMode="External"/><Relationship Id="rId6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3246120" y="196596"/>
            <a:ext cx="55609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Student team weekly report (IT)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57200" y="1243584"/>
            <a:ext cx="4160520" cy="67665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566928" y="1316736"/>
            <a:ext cx="39410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PROJECT / FEATURE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754021" y="1584025"/>
            <a:ext cx="37449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8C8C8C"/>
                </a:solidFill>
              </a:rPr>
              <a:t>CampusOS</a:t>
            </a:r>
            <a:r>
              <a:rPr b="0" i="0" lang="en-US" sz="11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100">
                <a:solidFill>
                  <a:srgbClr val="8C8C8C"/>
                </a:solidFill>
              </a:rPr>
              <a:t>Smart Campus Management</a:t>
            </a:r>
            <a:r>
              <a:rPr b="0" i="0" lang="en-US" sz="11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4718304" y="1243584"/>
            <a:ext cx="3520440" cy="67665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828032" y="1316736"/>
            <a:ext cx="33009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TEAM &amp; MENTOR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169902" y="1593692"/>
            <a:ext cx="160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100">
                <a:solidFill>
                  <a:srgbClr val="8C8C8C"/>
                </a:solidFill>
              </a:rPr>
              <a:t>6</a:t>
            </a:r>
            <a:r>
              <a:rPr b="0" i="0" lang="en-US" sz="11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  •  Nishanthi Naidu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330184" y="1280160"/>
            <a:ext cx="3584448" cy="676656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439912" y="1316736"/>
            <a:ext cx="33649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WEEK /Team/LEADER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604504" y="1531861"/>
            <a:ext cx="3365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30/07/26 • </a:t>
            </a:r>
            <a:r>
              <a:rPr lang="en-US" sz="1100">
                <a:solidFill>
                  <a:srgbClr val="8C8C8C"/>
                </a:solidFill>
              </a:rPr>
              <a:t>Gaurav Jadhav</a:t>
            </a:r>
            <a:r>
              <a:rPr b="0" i="0" lang="en-US" sz="11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>
                <a:solidFill>
                  <a:srgbClr val="8C8C8C"/>
                </a:solidFill>
              </a:rPr>
              <a:t>Sarvesh Khaladkar</a:t>
            </a:r>
            <a:r>
              <a:rPr b="0" i="0" lang="en-US" sz="11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b="0" i="0" sz="1100" u="none" cap="none" strike="noStrike">
              <a:solidFill>
                <a:srgbClr val="8C8C8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                 </a:t>
            </a:r>
            <a:r>
              <a:rPr lang="en-US" sz="1100">
                <a:solidFill>
                  <a:srgbClr val="8C8C8C"/>
                </a:solidFill>
              </a:rPr>
              <a:t>Tushar Deshpande</a:t>
            </a:r>
            <a:endParaRPr b="0" i="0" sz="1100" u="none" cap="none" strike="noStrike">
              <a:solidFill>
                <a:srgbClr val="8C8C8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66928" y="2276856"/>
            <a:ext cx="3593592" cy="18470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66928" y="2020824"/>
            <a:ext cx="35935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WORK COMPLETED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76656" y="2404872"/>
            <a:ext cx="3383280" cy="1591056"/>
          </a:xfrm>
          <a:prstGeom prst="rect">
            <a:avLst/>
          </a:prstGeom>
          <a:solidFill>
            <a:srgbClr val="AEDBF2"/>
          </a:solidFill>
          <a:ln cap="flat" cmpd="sng" w="12700">
            <a:solidFill>
              <a:srgbClr val="5FA8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795528" y="2551176"/>
            <a:ext cx="3154680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Analyzed core project requirements to establish functional system scope.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Defined team responsibilities and finalized modules.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Evaluated database architecture and entity-relationship design.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270248" y="2276856"/>
            <a:ext cx="3611880" cy="18470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270248" y="2020824"/>
            <a:ext cx="3611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CHALLENGES / RISKS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379976" y="2404872"/>
            <a:ext cx="3401568" cy="1591056"/>
          </a:xfrm>
          <a:prstGeom prst="rect">
            <a:avLst/>
          </a:prstGeom>
          <a:solidFill>
            <a:srgbClr val="9C1F8C"/>
          </a:solidFill>
          <a:ln cap="flat" cmpd="sng" w="12700">
            <a:solidFill>
              <a:srgbClr val="9C1F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498848" y="2551176"/>
            <a:ext cx="3154680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imes New Roman"/>
              <a:buChar char="●"/>
            </a:pPr>
            <a:r>
              <a:rPr lang="en-US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Coordinating workflow and communication efficiently across a large team size. 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imes New Roman"/>
              <a:buChar char="●"/>
            </a:pPr>
            <a:r>
              <a:rPr lang="en-US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Maintaining seamless task alignment and synchronization due to extended team size. </a:t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7973568" y="2276856"/>
            <a:ext cx="3867912" cy="18470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7973568" y="2020824"/>
            <a:ext cx="38679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HELP NEEDED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8083296" y="2404872"/>
            <a:ext cx="3657600" cy="1591056"/>
          </a:xfrm>
          <a:prstGeom prst="rect">
            <a:avLst/>
          </a:prstGeom>
          <a:solidFill>
            <a:srgbClr val="4CA82E"/>
          </a:solidFill>
          <a:ln cap="flat" cmpd="sng" w="12700">
            <a:solidFill>
              <a:srgbClr val="2E7D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8202168" y="2551176"/>
            <a:ext cx="3429000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i="0" lang="en-US" sz="1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</a:t>
            </a:r>
            <a:r>
              <a:rPr lang="en-US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expected form us at the Review, is it the Seeking clarity on Review expectations: Should our presentation highlight architectural strategy and schema design, or functional code deliverables?  part or the thinking part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566928" y="4279392"/>
            <a:ext cx="5577840" cy="9052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676656" y="4370832"/>
            <a:ext cx="53583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INTEGRATION &amp; COLLABORATION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676656" y="4626864"/>
            <a:ext cx="5358384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Initialized the GitHub repository (</a:t>
            </a:r>
            <a:r>
              <a:rPr lang="en-US" sz="1200">
                <a:solidFill>
                  <a:srgbClr val="188038"/>
                </a:solidFill>
                <a:highlight>
                  <a:srgbClr val="F5F5F5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campusOS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and 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boarded</a:t>
            </a: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all 12 members from Teams 1, 2, and 3.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8C8C8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6437376" y="4279392"/>
            <a:ext cx="5404104" cy="9052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6547104" y="4370832"/>
            <a:ext cx="51846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COMMON KPI EVIDENCE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6547104" y="4626864"/>
            <a:ext cx="5184648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Arial"/>
              <a:buNone/>
            </a:pPr>
            <a:r>
              <a:rPr lang="en-US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Standardized codebase infrastructure by publishing a developer </a:t>
            </a:r>
            <a:r>
              <a:rPr lang="en-US" sz="1200" u="sng">
                <a:solidFill>
                  <a:schemeClr val="hlink"/>
                </a:solidFill>
                <a:highlight>
                  <a:srgbClr val="F5F5F5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README.md</a:t>
            </a:r>
            <a:r>
              <a:rPr lang="en-US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 to ensure proper Git branching rules. 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566928" y="5458968"/>
            <a:ext cx="7269480" cy="106070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676656" y="5550408"/>
            <a:ext cx="70500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NEXT WEEK COMMITMENTS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676656" y="5806440"/>
            <a:ext cx="7050024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Finalizing</a:t>
            </a:r>
            <a:r>
              <a:rPr lang="en-US" sz="1200">
                <a:solidFill>
                  <a:srgbClr val="8C8C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ER Diagram </a:t>
            </a:r>
            <a:endParaRPr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7982712" y="5458968"/>
            <a:ext cx="3858768" cy="1060704"/>
          </a:xfrm>
          <a:prstGeom prst="rect">
            <a:avLst/>
          </a:prstGeom>
          <a:solidFill>
            <a:srgbClr val="D6EDF7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8092440" y="5550408"/>
            <a:ext cx="3639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MENTOR RESPONSE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8092440" y="5806440"/>
            <a:ext cx="3639312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C8C8C"/>
                </a:solidFill>
                <a:latin typeface="Arial"/>
                <a:ea typeface="Arial"/>
                <a:cs typeface="Arial"/>
                <a:sym typeface="Arial"/>
              </a:rPr>
              <a:t>Decision / guidance / owner / target date.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urriculum Structure and Syllabus Open Elective A.Y. 2026-27" id="46" name="Google Shape;46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7368" y="102960"/>
            <a:ext cx="919484" cy="919484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"/>
          <p:cNvSpPr/>
          <p:nvPr/>
        </p:nvSpPr>
        <p:spPr>
          <a:xfrm>
            <a:off x="9115124" y="196596"/>
            <a:ext cx="2964100" cy="420624"/>
          </a:xfrm>
          <a:prstGeom prst="rect">
            <a:avLst/>
          </a:prstGeom>
          <a:solidFill>
            <a:srgbClr val="EBEBEB"/>
          </a:solidFill>
          <a:ln cap="flat" cmpd="sng" w="9525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9247674" y="301875"/>
            <a:ext cx="14988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Date: 30/07/26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2026-07-30T03:42:01Z</dcterms:created>
  <dc:creator>PptxGenJS</dc:creator>
</cp:coreProperties>
</file>